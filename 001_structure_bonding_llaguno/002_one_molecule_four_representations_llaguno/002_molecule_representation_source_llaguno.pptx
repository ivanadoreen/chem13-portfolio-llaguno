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21374100" cy="15113000"/>
  <p:notesSz cx="6858000" cy="9144000"/>
  <p:embeddedFontLst>
    <p:embeddedFont>
      <p:font typeface="Glacial Indifference Italics" panose="020B0604020202020204" charset="0"/>
      <p:regular r:id="rId12"/>
    </p:embeddedFont>
    <p:embeddedFont>
      <p:font typeface="League Spartan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6" d="100"/>
          <a:sy n="36" d="100"/>
        </p:scale>
        <p:origin x="1416" y="1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1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3.svg"/><Relationship Id="rId4" Type="http://schemas.openxmlformats.org/officeDocument/2006/relationships/image" Target="../media/image2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729181" y="-6004592"/>
            <a:ext cx="15452377" cy="27461561"/>
          </a:xfrm>
          <a:custGeom>
            <a:avLst/>
            <a:gdLst/>
            <a:ahLst/>
            <a:cxnLst/>
            <a:rect l="l" t="t" r="r" b="b"/>
            <a:pathLst>
              <a:path w="15452377" h="27461561">
                <a:moveTo>
                  <a:pt x="0" y="0"/>
                </a:moveTo>
                <a:lnTo>
                  <a:pt x="15452376" y="0"/>
                </a:lnTo>
                <a:lnTo>
                  <a:pt x="15452376" y="27461561"/>
                </a:lnTo>
                <a:lnTo>
                  <a:pt x="0" y="2746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67421" y="2519728"/>
            <a:ext cx="16649157" cy="10881454"/>
            <a:chOff x="0" y="0"/>
            <a:chExt cx="22198876" cy="14508605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10798469" cy="7183095"/>
              <a:chOff x="0" y="0"/>
              <a:chExt cx="1622314" cy="1079156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622314" cy="1079156"/>
              </a:xfrm>
              <a:custGeom>
                <a:avLst/>
                <a:gdLst/>
                <a:ahLst/>
                <a:cxnLst/>
                <a:rect l="l" t="t" r="r" b="b"/>
                <a:pathLst>
                  <a:path w="1622314" h="1079156">
                    <a:moveTo>
                      <a:pt x="57356" y="0"/>
                    </a:moveTo>
                    <a:lnTo>
                      <a:pt x="1564958" y="0"/>
                    </a:lnTo>
                    <a:cubicBezTo>
                      <a:pt x="1596635" y="0"/>
                      <a:pt x="1622314" y="25679"/>
                      <a:pt x="1622314" y="57356"/>
                    </a:cubicBezTo>
                    <a:lnTo>
                      <a:pt x="1622314" y="1021801"/>
                    </a:lnTo>
                    <a:cubicBezTo>
                      <a:pt x="1622314" y="1037012"/>
                      <a:pt x="1616271" y="1051601"/>
                      <a:pt x="1605515" y="1062357"/>
                    </a:cubicBezTo>
                    <a:cubicBezTo>
                      <a:pt x="1594758" y="1073113"/>
                      <a:pt x="1580170" y="1079156"/>
                      <a:pt x="1564958" y="1079156"/>
                    </a:cubicBezTo>
                    <a:lnTo>
                      <a:pt x="57356" y="1079156"/>
                    </a:lnTo>
                    <a:cubicBezTo>
                      <a:pt x="25679" y="1079156"/>
                      <a:pt x="0" y="1053477"/>
                      <a:pt x="0" y="1021801"/>
                    </a:cubicBezTo>
                    <a:lnTo>
                      <a:pt x="0" y="57356"/>
                    </a:lnTo>
                    <a:cubicBezTo>
                      <a:pt x="0" y="42144"/>
                      <a:pt x="6043" y="27555"/>
                      <a:pt x="16799" y="16799"/>
                    </a:cubicBezTo>
                    <a:cubicBezTo>
                      <a:pt x="27555" y="6043"/>
                      <a:pt x="42144" y="0"/>
                      <a:pt x="57356" y="0"/>
                    </a:cubicBezTo>
                    <a:close/>
                  </a:path>
                </a:pathLst>
              </a:custGeom>
              <a:solidFill>
                <a:srgbClr val="B9E9EB"/>
              </a:soli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1622314" cy="1126781"/>
              </a:xfrm>
              <a:prstGeom prst="rect">
                <a:avLst/>
              </a:prstGeom>
            </p:spPr>
            <p:txBody>
              <a:bodyPr lIns="45443" tIns="45443" rIns="45443" bIns="45443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0" y="7325510"/>
              <a:ext cx="10798469" cy="7183095"/>
              <a:chOff x="0" y="0"/>
              <a:chExt cx="1622314" cy="107915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622314" cy="1079156"/>
              </a:xfrm>
              <a:custGeom>
                <a:avLst/>
                <a:gdLst/>
                <a:ahLst/>
                <a:cxnLst/>
                <a:rect l="l" t="t" r="r" b="b"/>
                <a:pathLst>
                  <a:path w="1622314" h="1079156">
                    <a:moveTo>
                      <a:pt x="57356" y="0"/>
                    </a:moveTo>
                    <a:lnTo>
                      <a:pt x="1564958" y="0"/>
                    </a:lnTo>
                    <a:cubicBezTo>
                      <a:pt x="1596635" y="0"/>
                      <a:pt x="1622314" y="25679"/>
                      <a:pt x="1622314" y="57356"/>
                    </a:cubicBezTo>
                    <a:lnTo>
                      <a:pt x="1622314" y="1021801"/>
                    </a:lnTo>
                    <a:cubicBezTo>
                      <a:pt x="1622314" y="1037012"/>
                      <a:pt x="1616271" y="1051601"/>
                      <a:pt x="1605515" y="1062357"/>
                    </a:cubicBezTo>
                    <a:cubicBezTo>
                      <a:pt x="1594758" y="1073113"/>
                      <a:pt x="1580170" y="1079156"/>
                      <a:pt x="1564958" y="1079156"/>
                    </a:cubicBezTo>
                    <a:lnTo>
                      <a:pt x="57356" y="1079156"/>
                    </a:lnTo>
                    <a:cubicBezTo>
                      <a:pt x="25679" y="1079156"/>
                      <a:pt x="0" y="1053477"/>
                      <a:pt x="0" y="1021801"/>
                    </a:cubicBezTo>
                    <a:lnTo>
                      <a:pt x="0" y="57356"/>
                    </a:lnTo>
                    <a:cubicBezTo>
                      <a:pt x="0" y="42144"/>
                      <a:pt x="6043" y="27555"/>
                      <a:pt x="16799" y="16799"/>
                    </a:cubicBezTo>
                    <a:cubicBezTo>
                      <a:pt x="27555" y="6043"/>
                      <a:pt x="42144" y="0"/>
                      <a:pt x="57356" y="0"/>
                    </a:cubicBezTo>
                    <a:close/>
                  </a:path>
                </a:pathLst>
              </a:custGeom>
              <a:solidFill>
                <a:srgbClr val="B9E9EB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1622314" cy="1126781"/>
              </a:xfrm>
              <a:prstGeom prst="rect">
                <a:avLst/>
              </a:prstGeom>
            </p:spPr>
            <p:txBody>
              <a:bodyPr lIns="45443" tIns="45443" rIns="45443" bIns="45443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1400407" y="0"/>
              <a:ext cx="10798469" cy="7183095"/>
              <a:chOff x="0" y="0"/>
              <a:chExt cx="1622314" cy="107915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622314" cy="1079156"/>
              </a:xfrm>
              <a:custGeom>
                <a:avLst/>
                <a:gdLst/>
                <a:ahLst/>
                <a:cxnLst/>
                <a:rect l="l" t="t" r="r" b="b"/>
                <a:pathLst>
                  <a:path w="1622314" h="1079156">
                    <a:moveTo>
                      <a:pt x="57356" y="0"/>
                    </a:moveTo>
                    <a:lnTo>
                      <a:pt x="1564958" y="0"/>
                    </a:lnTo>
                    <a:cubicBezTo>
                      <a:pt x="1596635" y="0"/>
                      <a:pt x="1622314" y="25679"/>
                      <a:pt x="1622314" y="57356"/>
                    </a:cubicBezTo>
                    <a:lnTo>
                      <a:pt x="1622314" y="1021801"/>
                    </a:lnTo>
                    <a:cubicBezTo>
                      <a:pt x="1622314" y="1037012"/>
                      <a:pt x="1616271" y="1051601"/>
                      <a:pt x="1605515" y="1062357"/>
                    </a:cubicBezTo>
                    <a:cubicBezTo>
                      <a:pt x="1594758" y="1073113"/>
                      <a:pt x="1580170" y="1079156"/>
                      <a:pt x="1564958" y="1079156"/>
                    </a:cubicBezTo>
                    <a:lnTo>
                      <a:pt x="57356" y="1079156"/>
                    </a:lnTo>
                    <a:cubicBezTo>
                      <a:pt x="25679" y="1079156"/>
                      <a:pt x="0" y="1053477"/>
                      <a:pt x="0" y="1021801"/>
                    </a:cubicBezTo>
                    <a:lnTo>
                      <a:pt x="0" y="57356"/>
                    </a:lnTo>
                    <a:cubicBezTo>
                      <a:pt x="0" y="42144"/>
                      <a:pt x="6043" y="27555"/>
                      <a:pt x="16799" y="16799"/>
                    </a:cubicBezTo>
                    <a:cubicBezTo>
                      <a:pt x="27555" y="6043"/>
                      <a:pt x="42144" y="0"/>
                      <a:pt x="57356" y="0"/>
                    </a:cubicBezTo>
                    <a:close/>
                  </a:path>
                </a:pathLst>
              </a:custGeom>
              <a:solidFill>
                <a:srgbClr val="B9E9EB"/>
              </a:solidFill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1622314" cy="1126781"/>
              </a:xfrm>
              <a:prstGeom prst="rect">
                <a:avLst/>
              </a:prstGeom>
            </p:spPr>
            <p:txBody>
              <a:bodyPr lIns="45443" tIns="45443" rIns="45443" bIns="45443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1400407" y="7325510"/>
              <a:ext cx="10798469" cy="7183095"/>
              <a:chOff x="0" y="0"/>
              <a:chExt cx="1622314" cy="107915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1622314" cy="1079156"/>
              </a:xfrm>
              <a:custGeom>
                <a:avLst/>
                <a:gdLst/>
                <a:ahLst/>
                <a:cxnLst/>
                <a:rect l="l" t="t" r="r" b="b"/>
                <a:pathLst>
                  <a:path w="1622314" h="1079156">
                    <a:moveTo>
                      <a:pt x="57356" y="0"/>
                    </a:moveTo>
                    <a:lnTo>
                      <a:pt x="1564958" y="0"/>
                    </a:lnTo>
                    <a:cubicBezTo>
                      <a:pt x="1596635" y="0"/>
                      <a:pt x="1622314" y="25679"/>
                      <a:pt x="1622314" y="57356"/>
                    </a:cubicBezTo>
                    <a:lnTo>
                      <a:pt x="1622314" y="1021801"/>
                    </a:lnTo>
                    <a:cubicBezTo>
                      <a:pt x="1622314" y="1037012"/>
                      <a:pt x="1616271" y="1051601"/>
                      <a:pt x="1605515" y="1062357"/>
                    </a:cubicBezTo>
                    <a:cubicBezTo>
                      <a:pt x="1594758" y="1073113"/>
                      <a:pt x="1580170" y="1079156"/>
                      <a:pt x="1564958" y="1079156"/>
                    </a:cubicBezTo>
                    <a:lnTo>
                      <a:pt x="57356" y="1079156"/>
                    </a:lnTo>
                    <a:cubicBezTo>
                      <a:pt x="25679" y="1079156"/>
                      <a:pt x="0" y="1053477"/>
                      <a:pt x="0" y="1021801"/>
                    </a:cubicBezTo>
                    <a:lnTo>
                      <a:pt x="0" y="57356"/>
                    </a:lnTo>
                    <a:cubicBezTo>
                      <a:pt x="0" y="42144"/>
                      <a:pt x="6043" y="27555"/>
                      <a:pt x="16799" y="16799"/>
                    </a:cubicBezTo>
                    <a:cubicBezTo>
                      <a:pt x="27555" y="6043"/>
                      <a:pt x="42144" y="0"/>
                      <a:pt x="57356" y="0"/>
                    </a:cubicBezTo>
                    <a:close/>
                  </a:path>
                </a:pathLst>
              </a:custGeom>
              <a:solidFill>
                <a:srgbClr val="B9E9EB"/>
              </a:solidFill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1622314" cy="1126781"/>
              </a:xfrm>
              <a:prstGeom prst="rect">
                <a:avLst/>
              </a:prstGeom>
            </p:spPr>
            <p:txBody>
              <a:bodyPr lIns="45443" tIns="45443" rIns="45443" bIns="45443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305971" y="7647854"/>
              <a:ext cx="10131742" cy="1171000"/>
              <a:chOff x="0" y="0"/>
              <a:chExt cx="1234566" cy="142688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34566" cy="142688"/>
              </a:xfrm>
              <a:custGeom>
                <a:avLst/>
                <a:gdLst/>
                <a:ahLst/>
                <a:cxnLst/>
                <a:rect l="l" t="t" r="r" b="b"/>
                <a:pathLst>
                  <a:path w="1234566" h="142688">
                    <a:moveTo>
                      <a:pt x="71344" y="0"/>
                    </a:moveTo>
                    <a:lnTo>
                      <a:pt x="1163222" y="0"/>
                    </a:lnTo>
                    <a:cubicBezTo>
                      <a:pt x="1202625" y="0"/>
                      <a:pt x="1234566" y="31942"/>
                      <a:pt x="1234566" y="71344"/>
                    </a:cubicBezTo>
                    <a:lnTo>
                      <a:pt x="1234566" y="71344"/>
                    </a:lnTo>
                    <a:cubicBezTo>
                      <a:pt x="1234566" y="110746"/>
                      <a:pt x="1202625" y="142688"/>
                      <a:pt x="1163222" y="142688"/>
                    </a:cubicBezTo>
                    <a:lnTo>
                      <a:pt x="71344" y="142688"/>
                    </a:lnTo>
                    <a:cubicBezTo>
                      <a:pt x="31942" y="142688"/>
                      <a:pt x="0" y="110746"/>
                      <a:pt x="0" y="71344"/>
                    </a:cubicBezTo>
                    <a:lnTo>
                      <a:pt x="0" y="71344"/>
                    </a:lnTo>
                    <a:cubicBezTo>
                      <a:pt x="0" y="31942"/>
                      <a:pt x="31942" y="0"/>
                      <a:pt x="71344" y="0"/>
                    </a:cubicBezTo>
                    <a:close/>
                  </a:path>
                </a:pathLst>
              </a:custGeom>
              <a:solidFill>
                <a:srgbClr val="02A3A6"/>
              </a:soli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1234566" cy="1998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805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1731027" y="7693950"/>
              <a:ext cx="10131742" cy="1171000"/>
              <a:chOff x="0" y="0"/>
              <a:chExt cx="1234566" cy="142688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34566" cy="142688"/>
              </a:xfrm>
              <a:custGeom>
                <a:avLst/>
                <a:gdLst/>
                <a:ahLst/>
                <a:cxnLst/>
                <a:rect l="l" t="t" r="r" b="b"/>
                <a:pathLst>
                  <a:path w="1234566" h="142688">
                    <a:moveTo>
                      <a:pt x="71344" y="0"/>
                    </a:moveTo>
                    <a:lnTo>
                      <a:pt x="1163222" y="0"/>
                    </a:lnTo>
                    <a:cubicBezTo>
                      <a:pt x="1202625" y="0"/>
                      <a:pt x="1234566" y="31942"/>
                      <a:pt x="1234566" y="71344"/>
                    </a:cubicBezTo>
                    <a:lnTo>
                      <a:pt x="1234566" y="71344"/>
                    </a:lnTo>
                    <a:cubicBezTo>
                      <a:pt x="1234566" y="110746"/>
                      <a:pt x="1202625" y="142688"/>
                      <a:pt x="1163222" y="142688"/>
                    </a:cubicBezTo>
                    <a:lnTo>
                      <a:pt x="71344" y="142688"/>
                    </a:lnTo>
                    <a:cubicBezTo>
                      <a:pt x="31942" y="142688"/>
                      <a:pt x="0" y="110746"/>
                      <a:pt x="0" y="71344"/>
                    </a:cubicBezTo>
                    <a:lnTo>
                      <a:pt x="0" y="71344"/>
                    </a:lnTo>
                    <a:cubicBezTo>
                      <a:pt x="0" y="31942"/>
                      <a:pt x="31942" y="0"/>
                      <a:pt x="71344" y="0"/>
                    </a:cubicBezTo>
                    <a:close/>
                  </a:path>
                </a:pathLst>
              </a:custGeom>
              <a:solidFill>
                <a:srgbClr val="02A3A6"/>
              </a:solidFill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0" y="-57150"/>
                <a:ext cx="1234566" cy="1998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805"/>
                  </a:lnSpc>
                </a:pPr>
                <a:endParaRPr/>
              </a:p>
            </p:txBody>
          </p:sp>
        </p:grpSp>
      </p:grpSp>
      <p:grpSp>
        <p:nvGrpSpPr>
          <p:cNvPr id="22" name="Group 22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28" name="Freeform 28"/>
          <p:cNvSpPr/>
          <p:nvPr/>
        </p:nvSpPr>
        <p:spPr>
          <a:xfrm>
            <a:off x="10588682" y="2682352"/>
            <a:ext cx="8917365" cy="6083810"/>
          </a:xfrm>
          <a:custGeom>
            <a:avLst/>
            <a:gdLst/>
            <a:ahLst/>
            <a:cxnLst/>
            <a:rect l="l" t="t" r="r" b="b"/>
            <a:pathLst>
              <a:path w="8917365" h="6083810">
                <a:moveTo>
                  <a:pt x="0" y="0"/>
                </a:moveTo>
                <a:lnTo>
                  <a:pt x="8917365" y="0"/>
                </a:lnTo>
                <a:lnTo>
                  <a:pt x="8917365" y="6083810"/>
                </a:lnTo>
                <a:lnTo>
                  <a:pt x="0" y="60838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9" name="Group 29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38" name="Freeform 38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44" name="Freeform 44"/>
          <p:cNvSpPr/>
          <p:nvPr/>
        </p:nvSpPr>
        <p:spPr>
          <a:xfrm>
            <a:off x="12690879" y="10328125"/>
            <a:ext cx="4501233" cy="1620444"/>
          </a:xfrm>
          <a:custGeom>
            <a:avLst/>
            <a:gdLst/>
            <a:ahLst/>
            <a:cxnLst/>
            <a:rect l="l" t="t" r="r" b="b"/>
            <a:pathLst>
              <a:path w="4501233" h="1620444">
                <a:moveTo>
                  <a:pt x="0" y="0"/>
                </a:moveTo>
                <a:lnTo>
                  <a:pt x="4501233" y="0"/>
                </a:lnTo>
                <a:lnTo>
                  <a:pt x="4501233" y="1620444"/>
                </a:lnTo>
                <a:lnTo>
                  <a:pt x="0" y="16204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4133850" y="4509054"/>
            <a:ext cx="4501384" cy="2182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832"/>
              </a:lnSpc>
              <a:spcBef>
                <a:spcPct val="0"/>
              </a:spcBef>
            </a:pPr>
            <a:r>
              <a:rPr lang="en-US" sz="12737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C₃H₈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124000" y="1070792"/>
            <a:ext cx="17136000" cy="95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01 - PROPANE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2912853" y="10244584"/>
            <a:ext cx="7031375" cy="1616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99"/>
              </a:lnSpc>
              <a:spcBef>
                <a:spcPct val="0"/>
              </a:spcBef>
            </a:pPr>
            <a:r>
              <a:rPr lang="en-US" sz="9499" b="1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CH₃CH₂CH₃</a:t>
            </a:r>
          </a:p>
        </p:txBody>
      </p:sp>
      <p:sp>
        <p:nvSpPr>
          <p:cNvPr id="53" name="Freeform 53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65654" y="-6229896"/>
            <a:ext cx="15523483" cy="27579792"/>
          </a:xfrm>
          <a:custGeom>
            <a:avLst/>
            <a:gdLst/>
            <a:ahLst/>
            <a:cxnLst/>
            <a:rect l="l" t="t" r="r" b="b"/>
            <a:pathLst>
              <a:path w="15523483" h="27579792">
                <a:moveTo>
                  <a:pt x="0" y="0"/>
                </a:moveTo>
                <a:lnTo>
                  <a:pt x="15523483" y="0"/>
                </a:lnTo>
                <a:lnTo>
                  <a:pt x="15523483" y="27579792"/>
                </a:lnTo>
                <a:lnTo>
                  <a:pt x="0" y="2757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10208107" y="2519728"/>
            <a:ext cx="9442251" cy="6462344"/>
          </a:xfrm>
          <a:custGeom>
            <a:avLst/>
            <a:gdLst/>
            <a:ahLst/>
            <a:cxnLst/>
            <a:rect l="l" t="t" r="r" b="b"/>
            <a:pathLst>
              <a:path w="9442251" h="6462344">
                <a:moveTo>
                  <a:pt x="0" y="0"/>
                </a:moveTo>
                <a:lnTo>
                  <a:pt x="9442251" y="0"/>
                </a:lnTo>
                <a:lnTo>
                  <a:pt x="9442251" y="6462343"/>
                </a:lnTo>
                <a:lnTo>
                  <a:pt x="0" y="646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2312967" y="10300739"/>
            <a:ext cx="5468795" cy="1966308"/>
          </a:xfrm>
          <a:custGeom>
            <a:avLst/>
            <a:gdLst/>
            <a:ahLst/>
            <a:cxnLst/>
            <a:rect l="l" t="t" r="r" b="b"/>
            <a:pathLst>
              <a:path w="5468795" h="1966308">
                <a:moveTo>
                  <a:pt x="0" y="0"/>
                </a:moveTo>
                <a:lnTo>
                  <a:pt x="5468796" y="0"/>
                </a:lnTo>
                <a:lnTo>
                  <a:pt x="5468796" y="1966309"/>
                </a:lnTo>
                <a:lnTo>
                  <a:pt x="0" y="19663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124000" y="1070792"/>
            <a:ext cx="17136000" cy="95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02 - ETHANOL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752850" y="4487009"/>
            <a:ext cx="5260180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C₂H₆O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12853" y="10244584"/>
            <a:ext cx="7031375" cy="1616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99"/>
              </a:lnSpc>
              <a:spcBef>
                <a:spcPct val="0"/>
              </a:spcBef>
            </a:pPr>
            <a:r>
              <a:rPr lang="en-US" sz="9499" b="1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CH₃CH₂OH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729181" y="-6004592"/>
            <a:ext cx="15452377" cy="27461561"/>
          </a:xfrm>
          <a:custGeom>
            <a:avLst/>
            <a:gdLst/>
            <a:ahLst/>
            <a:cxnLst/>
            <a:rect l="l" t="t" r="r" b="b"/>
            <a:pathLst>
              <a:path w="15452377" h="27461561">
                <a:moveTo>
                  <a:pt x="0" y="0"/>
                </a:moveTo>
                <a:lnTo>
                  <a:pt x="15452376" y="0"/>
                </a:lnTo>
                <a:lnTo>
                  <a:pt x="15452376" y="27461561"/>
                </a:lnTo>
                <a:lnTo>
                  <a:pt x="0" y="2746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0466273" y="2017289"/>
            <a:ext cx="9023624" cy="6784873"/>
          </a:xfrm>
          <a:custGeom>
            <a:avLst/>
            <a:gdLst/>
            <a:ahLst/>
            <a:cxnLst/>
            <a:rect l="l" t="t" r="r" b="b"/>
            <a:pathLst>
              <a:path w="9023624" h="6784873">
                <a:moveTo>
                  <a:pt x="0" y="0"/>
                </a:moveTo>
                <a:lnTo>
                  <a:pt x="9023624" y="0"/>
                </a:lnTo>
                <a:lnTo>
                  <a:pt x="9023624" y="6784873"/>
                </a:lnTo>
                <a:lnTo>
                  <a:pt x="0" y="67848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253632" y="9584732"/>
            <a:ext cx="3375727" cy="3240698"/>
          </a:xfrm>
          <a:custGeom>
            <a:avLst/>
            <a:gdLst/>
            <a:ahLst/>
            <a:cxnLst/>
            <a:rect l="l" t="t" r="r" b="b"/>
            <a:pathLst>
              <a:path w="3375727" h="3240698">
                <a:moveTo>
                  <a:pt x="0" y="0"/>
                </a:moveTo>
                <a:lnTo>
                  <a:pt x="3375727" y="0"/>
                </a:lnTo>
                <a:lnTo>
                  <a:pt x="3375727" y="3240698"/>
                </a:lnTo>
                <a:lnTo>
                  <a:pt x="0" y="32406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3752850" y="4362228"/>
            <a:ext cx="5315836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C₃H₆O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24000" y="1035579"/>
            <a:ext cx="17136000" cy="95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03 - ACETONE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12853" y="10244584"/>
            <a:ext cx="7031375" cy="1616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99"/>
              </a:lnSpc>
              <a:spcBef>
                <a:spcPct val="0"/>
              </a:spcBef>
            </a:pPr>
            <a:r>
              <a:rPr lang="en-US" sz="9499" b="1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CH₃COCH₃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85266" y="6498073"/>
            <a:ext cx="3134784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Propan-2-one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65654" y="-6229896"/>
            <a:ext cx="15523483" cy="27579792"/>
          </a:xfrm>
          <a:custGeom>
            <a:avLst/>
            <a:gdLst/>
            <a:ahLst/>
            <a:cxnLst/>
            <a:rect l="l" t="t" r="r" b="b"/>
            <a:pathLst>
              <a:path w="15523483" h="27579792">
                <a:moveTo>
                  <a:pt x="0" y="0"/>
                </a:moveTo>
                <a:lnTo>
                  <a:pt x="15523483" y="0"/>
                </a:lnTo>
                <a:lnTo>
                  <a:pt x="15523483" y="27579792"/>
                </a:lnTo>
                <a:lnTo>
                  <a:pt x="0" y="2757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0195706" y="3674663"/>
            <a:ext cx="9599261" cy="4188486"/>
          </a:xfrm>
          <a:custGeom>
            <a:avLst/>
            <a:gdLst/>
            <a:ahLst/>
            <a:cxnLst/>
            <a:rect l="l" t="t" r="r" b="b"/>
            <a:pathLst>
              <a:path w="9599261" h="4188486">
                <a:moveTo>
                  <a:pt x="0" y="0"/>
                </a:moveTo>
                <a:lnTo>
                  <a:pt x="9599261" y="0"/>
                </a:lnTo>
                <a:lnTo>
                  <a:pt x="9599261" y="4188486"/>
                </a:lnTo>
                <a:lnTo>
                  <a:pt x="0" y="41884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2273" b="-27696"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238404" y="9597065"/>
            <a:ext cx="3617922" cy="3170763"/>
          </a:xfrm>
          <a:custGeom>
            <a:avLst/>
            <a:gdLst/>
            <a:ahLst/>
            <a:cxnLst/>
            <a:rect l="l" t="t" r="r" b="b"/>
            <a:pathLst>
              <a:path w="3617922" h="3170763">
                <a:moveTo>
                  <a:pt x="0" y="0"/>
                </a:moveTo>
                <a:lnTo>
                  <a:pt x="3617922" y="0"/>
                </a:lnTo>
                <a:lnTo>
                  <a:pt x="3617922" y="3170763"/>
                </a:lnTo>
                <a:lnTo>
                  <a:pt x="0" y="31707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124000" y="1096693"/>
            <a:ext cx="17136000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04 - ACETIC ACID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48050" y="4355778"/>
            <a:ext cx="5850614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C₂H₄O₂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912853" y="10280584"/>
            <a:ext cx="7031375" cy="1616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99"/>
              </a:lnSpc>
              <a:spcBef>
                <a:spcPct val="0"/>
              </a:spcBef>
            </a:pPr>
            <a:r>
              <a:rPr lang="en-US" sz="9499" b="1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CH₃COOH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089062" y="6498073"/>
            <a:ext cx="2854787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Ethanoic acid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729181" y="-6004592"/>
            <a:ext cx="15452377" cy="27461561"/>
          </a:xfrm>
          <a:custGeom>
            <a:avLst/>
            <a:gdLst/>
            <a:ahLst/>
            <a:cxnLst/>
            <a:rect l="l" t="t" r="r" b="b"/>
            <a:pathLst>
              <a:path w="15452377" h="27461561">
                <a:moveTo>
                  <a:pt x="0" y="0"/>
                </a:moveTo>
                <a:lnTo>
                  <a:pt x="15452376" y="0"/>
                </a:lnTo>
                <a:lnTo>
                  <a:pt x="15452376" y="27461561"/>
                </a:lnTo>
                <a:lnTo>
                  <a:pt x="0" y="2746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0240929" y="2807399"/>
            <a:ext cx="9540872" cy="5206461"/>
          </a:xfrm>
          <a:custGeom>
            <a:avLst/>
            <a:gdLst/>
            <a:ahLst/>
            <a:cxnLst/>
            <a:rect l="l" t="t" r="r" b="b"/>
            <a:pathLst>
              <a:path w="9540872" h="5206461">
                <a:moveTo>
                  <a:pt x="0" y="0"/>
                </a:moveTo>
                <a:lnTo>
                  <a:pt x="9540872" y="0"/>
                </a:lnTo>
                <a:lnTo>
                  <a:pt x="9540872" y="5206461"/>
                </a:lnTo>
                <a:lnTo>
                  <a:pt x="0" y="52064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155131" y="9666602"/>
            <a:ext cx="5572729" cy="3018561"/>
          </a:xfrm>
          <a:custGeom>
            <a:avLst/>
            <a:gdLst/>
            <a:ahLst/>
            <a:cxnLst/>
            <a:rect l="l" t="t" r="r" b="b"/>
            <a:pathLst>
              <a:path w="5572729" h="3018561">
                <a:moveTo>
                  <a:pt x="0" y="0"/>
                </a:moveTo>
                <a:lnTo>
                  <a:pt x="5572729" y="0"/>
                </a:lnTo>
                <a:lnTo>
                  <a:pt x="5572729" y="3018561"/>
                </a:lnTo>
                <a:lnTo>
                  <a:pt x="0" y="30185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124000" y="1106218"/>
            <a:ext cx="17136000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05 - ETHYL ACETATE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448050" y="4391778"/>
            <a:ext cx="5944839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C₄H₈O₂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841911" y="10520318"/>
            <a:ext cx="7221872" cy="11777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7"/>
              </a:lnSpc>
              <a:spcBef>
                <a:spcPct val="0"/>
              </a:spcBef>
            </a:pPr>
            <a:r>
              <a:rPr lang="en-US" sz="6855" b="1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CH₃COOCH₂CH₃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895850" y="6498073"/>
            <a:ext cx="3331963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Ethyl ethanoate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65654" y="-6229896"/>
            <a:ext cx="15523483" cy="27579792"/>
          </a:xfrm>
          <a:custGeom>
            <a:avLst/>
            <a:gdLst/>
            <a:ahLst/>
            <a:cxnLst/>
            <a:rect l="l" t="t" r="r" b="b"/>
            <a:pathLst>
              <a:path w="15523483" h="27579792">
                <a:moveTo>
                  <a:pt x="0" y="0"/>
                </a:moveTo>
                <a:lnTo>
                  <a:pt x="15523483" y="0"/>
                </a:lnTo>
                <a:lnTo>
                  <a:pt x="15523483" y="27579792"/>
                </a:lnTo>
                <a:lnTo>
                  <a:pt x="0" y="2757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2241345" y="3091555"/>
            <a:ext cx="5451615" cy="5408982"/>
          </a:xfrm>
          <a:custGeom>
            <a:avLst/>
            <a:gdLst/>
            <a:ahLst/>
            <a:cxnLst/>
            <a:rect l="l" t="t" r="r" b="b"/>
            <a:pathLst>
              <a:path w="5451615" h="5408982">
                <a:moveTo>
                  <a:pt x="0" y="0"/>
                </a:moveTo>
                <a:lnTo>
                  <a:pt x="5451615" y="0"/>
                </a:lnTo>
                <a:lnTo>
                  <a:pt x="5451615" y="5408982"/>
                </a:lnTo>
                <a:lnTo>
                  <a:pt x="0" y="5408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471804" y="9513440"/>
            <a:ext cx="2867382" cy="3282398"/>
          </a:xfrm>
          <a:custGeom>
            <a:avLst/>
            <a:gdLst/>
            <a:ahLst/>
            <a:cxnLst/>
            <a:rect l="l" t="t" r="r" b="b"/>
            <a:pathLst>
              <a:path w="2867382" h="3282398">
                <a:moveTo>
                  <a:pt x="0" y="0"/>
                </a:moveTo>
                <a:lnTo>
                  <a:pt x="2867382" y="0"/>
                </a:lnTo>
                <a:lnTo>
                  <a:pt x="2867382" y="3282398"/>
                </a:lnTo>
                <a:lnTo>
                  <a:pt x="0" y="32823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124000" y="1121017"/>
            <a:ext cx="17136000" cy="95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06 - CYCLOHEXANE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52292" y="4638714"/>
            <a:ext cx="4453558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C₆H₁₂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48943" y="10301243"/>
            <a:ext cx="3935809" cy="1625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300"/>
              </a:lnSpc>
              <a:spcBef>
                <a:spcPct val="0"/>
              </a:spcBef>
            </a:pPr>
            <a:r>
              <a:rPr lang="en-US" sz="950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</a:t>
            </a:r>
            <a:r>
              <a:rPr lang="en-US" sz="9500" b="1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CH₂)₆ 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729181" y="-6004592"/>
            <a:ext cx="15452377" cy="27461561"/>
          </a:xfrm>
          <a:custGeom>
            <a:avLst/>
            <a:gdLst/>
            <a:ahLst/>
            <a:cxnLst/>
            <a:rect l="l" t="t" r="r" b="b"/>
            <a:pathLst>
              <a:path w="15452377" h="27461561">
                <a:moveTo>
                  <a:pt x="0" y="0"/>
                </a:moveTo>
                <a:lnTo>
                  <a:pt x="15452376" y="0"/>
                </a:lnTo>
                <a:lnTo>
                  <a:pt x="15452376" y="27461561"/>
                </a:lnTo>
                <a:lnTo>
                  <a:pt x="0" y="2746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2270819" y="3105122"/>
            <a:ext cx="5926285" cy="5310567"/>
          </a:xfrm>
          <a:custGeom>
            <a:avLst/>
            <a:gdLst/>
            <a:ahLst/>
            <a:cxnLst/>
            <a:rect l="l" t="t" r="r" b="b"/>
            <a:pathLst>
              <a:path w="5926285" h="5310567">
                <a:moveTo>
                  <a:pt x="0" y="0"/>
                </a:moveTo>
                <a:lnTo>
                  <a:pt x="5926285" y="0"/>
                </a:lnTo>
                <a:lnTo>
                  <a:pt x="5926285" y="5310567"/>
                </a:lnTo>
                <a:lnTo>
                  <a:pt x="0" y="53105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2809437" y="9768515"/>
            <a:ext cx="4849050" cy="2791877"/>
          </a:xfrm>
          <a:custGeom>
            <a:avLst/>
            <a:gdLst/>
            <a:ahLst/>
            <a:cxnLst/>
            <a:rect l="l" t="t" r="r" b="b"/>
            <a:pathLst>
              <a:path w="4849050" h="2791877">
                <a:moveTo>
                  <a:pt x="0" y="0"/>
                </a:moveTo>
                <a:lnTo>
                  <a:pt x="4849049" y="0"/>
                </a:lnTo>
                <a:lnTo>
                  <a:pt x="4849049" y="2791877"/>
                </a:lnTo>
                <a:lnTo>
                  <a:pt x="0" y="27918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124000" y="1088141"/>
            <a:ext cx="17136000" cy="95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07 - CYCLOHEXANONE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371850" y="4638714"/>
            <a:ext cx="5882851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C₆H₁₀O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95650" y="10255219"/>
            <a:ext cx="6011911" cy="16446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300"/>
              </a:lnSpc>
              <a:spcBef>
                <a:spcPct val="0"/>
              </a:spcBef>
            </a:pPr>
            <a:r>
              <a:rPr lang="en-US" sz="950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</a:t>
            </a:r>
            <a:r>
              <a:rPr lang="en-US" sz="9500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CH₂)₅CO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0" name="Group 40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49" name="Freeform 49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1" name="Freeform 51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65654" y="-6229896"/>
            <a:ext cx="15523483" cy="27579792"/>
          </a:xfrm>
          <a:custGeom>
            <a:avLst/>
            <a:gdLst/>
            <a:ahLst/>
            <a:cxnLst/>
            <a:rect l="l" t="t" r="r" b="b"/>
            <a:pathLst>
              <a:path w="15523483" h="27579792">
                <a:moveTo>
                  <a:pt x="0" y="0"/>
                </a:moveTo>
                <a:lnTo>
                  <a:pt x="15523483" y="0"/>
                </a:lnTo>
                <a:lnTo>
                  <a:pt x="15523483" y="27579792"/>
                </a:lnTo>
                <a:lnTo>
                  <a:pt x="0" y="2757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0502273" y="2839908"/>
            <a:ext cx="8820488" cy="5612035"/>
          </a:xfrm>
          <a:custGeom>
            <a:avLst/>
            <a:gdLst/>
            <a:ahLst/>
            <a:cxnLst/>
            <a:rect l="l" t="t" r="r" b="b"/>
            <a:pathLst>
              <a:path w="8820488" h="5612035">
                <a:moveTo>
                  <a:pt x="0" y="0"/>
                </a:moveTo>
                <a:lnTo>
                  <a:pt x="8820488" y="0"/>
                </a:lnTo>
                <a:lnTo>
                  <a:pt x="8820488" y="5612035"/>
                </a:lnTo>
                <a:lnTo>
                  <a:pt x="0" y="56120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1638437" y="9635165"/>
            <a:ext cx="6548159" cy="3178186"/>
          </a:xfrm>
          <a:custGeom>
            <a:avLst/>
            <a:gdLst/>
            <a:ahLst/>
            <a:cxnLst/>
            <a:rect l="l" t="t" r="r" b="b"/>
            <a:pathLst>
              <a:path w="6548159" h="3178186">
                <a:moveTo>
                  <a:pt x="0" y="0"/>
                </a:moveTo>
                <a:lnTo>
                  <a:pt x="6548159" y="0"/>
                </a:lnTo>
                <a:lnTo>
                  <a:pt x="6548159" y="3178186"/>
                </a:lnTo>
                <a:lnTo>
                  <a:pt x="0" y="31781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912186" y="1099868"/>
            <a:ext cx="17559628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08 - ACETAMINOPHEN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09850" y="4297109"/>
            <a:ext cx="7474077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C₈H₉NO₂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07244" y="10528415"/>
            <a:ext cx="7598806" cy="10995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63"/>
              </a:lnSpc>
              <a:spcBef>
                <a:spcPct val="0"/>
              </a:spcBef>
            </a:pPr>
            <a:r>
              <a:rPr lang="en-US" sz="633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</a:t>
            </a:r>
            <a:r>
              <a:rPr lang="en-US" sz="6330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C₆H₄NHCOCH₃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132158" y="6346825"/>
            <a:ext cx="6564292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N-(4-hydroxyphenyl)acetamide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5276850" y="6803060"/>
            <a:ext cx="2219580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1" dirty="0">
                <a:solidFill>
                  <a:srgbClr val="02A3A6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Paracetamol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729181" y="-6004592"/>
            <a:ext cx="15452377" cy="27461561"/>
          </a:xfrm>
          <a:custGeom>
            <a:avLst/>
            <a:gdLst/>
            <a:ahLst/>
            <a:cxnLst/>
            <a:rect l="l" t="t" r="r" b="b"/>
            <a:pathLst>
              <a:path w="15452377" h="27461561">
                <a:moveTo>
                  <a:pt x="0" y="0"/>
                </a:moveTo>
                <a:lnTo>
                  <a:pt x="15452376" y="0"/>
                </a:lnTo>
                <a:lnTo>
                  <a:pt x="15452376" y="27461561"/>
                </a:lnTo>
                <a:lnTo>
                  <a:pt x="0" y="274615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2124000" y="1082918"/>
            <a:ext cx="17136000" cy="953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09 - ASPIRIN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295650" y="4319778"/>
            <a:ext cx="6021673" cy="2200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7779"/>
              </a:lnSpc>
              <a:spcBef>
                <a:spcPct val="0"/>
              </a:spcBef>
            </a:pPr>
            <a:r>
              <a:rPr lang="en-US" sz="1269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C₉H₈O₄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62250" y="10771848"/>
            <a:ext cx="7302100" cy="975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53"/>
              </a:lnSpc>
              <a:spcBef>
                <a:spcPct val="0"/>
              </a:spcBef>
            </a:pPr>
            <a:r>
              <a:rPr lang="en-US" sz="5609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CH₃COOC₆H₄COOH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905250" y="6318073"/>
            <a:ext cx="4784790" cy="5238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2-Acetoxybenzoic acid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4514850" y="6955273"/>
            <a:ext cx="3405716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i="1" dirty="0">
                <a:solidFill>
                  <a:srgbClr val="02A3A6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Acetylsalicylic acid</a:t>
            </a:r>
          </a:p>
        </p:txBody>
      </p:sp>
      <p:pic>
        <p:nvPicPr>
          <p:cNvPr id="57" name="Picture 56" descr="MolDraw structure">
            <a:extLst>
              <a:ext uri="{FF2B5EF4-FFF2-40B4-BE49-F238E27FC236}">
                <a16:creationId xmlns:a16="http://schemas.microsoft.com/office/drawing/2014/main" id="{6A6EA00D-C026-C8C1-E54E-443E921208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8650" y="3186381"/>
            <a:ext cx="6156033" cy="5237956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9720A8A0-F370-8A17-24A5-F4126A02F3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819479" y="9426467"/>
            <a:ext cx="4579253" cy="37828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A3A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165654" y="-6229896"/>
            <a:ext cx="15523483" cy="27579792"/>
          </a:xfrm>
          <a:custGeom>
            <a:avLst/>
            <a:gdLst/>
            <a:ahLst/>
            <a:cxnLst/>
            <a:rect l="l" t="t" r="r" b="b"/>
            <a:pathLst>
              <a:path w="15523483" h="27579792">
                <a:moveTo>
                  <a:pt x="0" y="0"/>
                </a:moveTo>
                <a:lnTo>
                  <a:pt x="15523483" y="0"/>
                </a:lnTo>
                <a:lnTo>
                  <a:pt x="15523483" y="27579792"/>
                </a:lnTo>
                <a:lnTo>
                  <a:pt x="0" y="27579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86000" y="848402"/>
            <a:ext cx="18612000" cy="1344977"/>
            <a:chOff x="0" y="0"/>
            <a:chExt cx="3335060" cy="241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335060" cy="241005"/>
            </a:xfrm>
            <a:custGeom>
              <a:avLst/>
              <a:gdLst/>
              <a:ahLst/>
              <a:cxnLst/>
              <a:rect l="l" t="t" r="r" b="b"/>
              <a:pathLst>
                <a:path w="3335060" h="241005">
                  <a:moveTo>
                    <a:pt x="41596" y="0"/>
                  </a:moveTo>
                  <a:lnTo>
                    <a:pt x="3293464" y="0"/>
                  </a:lnTo>
                  <a:cubicBezTo>
                    <a:pt x="3304496" y="0"/>
                    <a:pt x="3315076" y="4382"/>
                    <a:pt x="3322877" y="12183"/>
                  </a:cubicBezTo>
                  <a:cubicBezTo>
                    <a:pt x="3330678" y="19984"/>
                    <a:pt x="3335060" y="30564"/>
                    <a:pt x="3335060" y="41596"/>
                  </a:cubicBezTo>
                  <a:lnTo>
                    <a:pt x="3335060" y="199408"/>
                  </a:lnTo>
                  <a:cubicBezTo>
                    <a:pt x="3335060" y="210440"/>
                    <a:pt x="3330678" y="221021"/>
                    <a:pt x="3322877" y="228821"/>
                  </a:cubicBezTo>
                  <a:cubicBezTo>
                    <a:pt x="3315076" y="236622"/>
                    <a:pt x="3304496" y="241005"/>
                    <a:pt x="3293464" y="241005"/>
                  </a:cubicBezTo>
                  <a:lnTo>
                    <a:pt x="41596" y="241005"/>
                  </a:lnTo>
                  <a:cubicBezTo>
                    <a:pt x="30564" y="241005"/>
                    <a:pt x="19984" y="236622"/>
                    <a:pt x="12183" y="228821"/>
                  </a:cubicBezTo>
                  <a:cubicBezTo>
                    <a:pt x="4382" y="221021"/>
                    <a:pt x="0" y="210440"/>
                    <a:pt x="0" y="199408"/>
                  </a:cubicBezTo>
                  <a:lnTo>
                    <a:pt x="0" y="41596"/>
                  </a:lnTo>
                  <a:cubicBezTo>
                    <a:pt x="0" y="30564"/>
                    <a:pt x="4382" y="19984"/>
                    <a:pt x="12183" y="12183"/>
                  </a:cubicBezTo>
                  <a:cubicBezTo>
                    <a:pt x="19984" y="4382"/>
                    <a:pt x="30564" y="0"/>
                    <a:pt x="41596" y="0"/>
                  </a:cubicBezTo>
                  <a:close/>
                </a:path>
              </a:pathLst>
            </a:custGeom>
            <a:solidFill>
              <a:srgbClr val="6CE5E8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335060" cy="2886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367421" y="2519728"/>
            <a:ext cx="8098852" cy="5387321"/>
            <a:chOff x="0" y="0"/>
            <a:chExt cx="1622314" cy="10791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7421" y="8013860"/>
            <a:ext cx="8098852" cy="5387321"/>
            <a:chOff x="0" y="0"/>
            <a:chExt cx="1622314" cy="107915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17727" y="2519728"/>
            <a:ext cx="8098852" cy="5387321"/>
            <a:chOff x="0" y="0"/>
            <a:chExt cx="1622314" cy="10791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17727" y="8013860"/>
            <a:ext cx="8098852" cy="5387321"/>
            <a:chOff x="0" y="0"/>
            <a:chExt cx="1622314" cy="107915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2314" cy="1079156"/>
            </a:xfrm>
            <a:custGeom>
              <a:avLst/>
              <a:gdLst/>
              <a:ahLst/>
              <a:cxnLst/>
              <a:rect l="l" t="t" r="r" b="b"/>
              <a:pathLst>
                <a:path w="1622314" h="1079156">
                  <a:moveTo>
                    <a:pt x="57356" y="0"/>
                  </a:moveTo>
                  <a:lnTo>
                    <a:pt x="1564958" y="0"/>
                  </a:lnTo>
                  <a:cubicBezTo>
                    <a:pt x="1596635" y="0"/>
                    <a:pt x="1622314" y="25679"/>
                    <a:pt x="1622314" y="57356"/>
                  </a:cubicBezTo>
                  <a:lnTo>
                    <a:pt x="1622314" y="1021801"/>
                  </a:lnTo>
                  <a:cubicBezTo>
                    <a:pt x="1622314" y="1037012"/>
                    <a:pt x="1616271" y="1051601"/>
                    <a:pt x="1605515" y="1062357"/>
                  </a:cubicBezTo>
                  <a:cubicBezTo>
                    <a:pt x="1594758" y="1073113"/>
                    <a:pt x="1580170" y="1079156"/>
                    <a:pt x="1564958" y="1079156"/>
                  </a:cubicBezTo>
                  <a:lnTo>
                    <a:pt x="57356" y="1079156"/>
                  </a:lnTo>
                  <a:cubicBezTo>
                    <a:pt x="25679" y="1079156"/>
                    <a:pt x="0" y="1053477"/>
                    <a:pt x="0" y="1021801"/>
                  </a:cubicBezTo>
                  <a:lnTo>
                    <a:pt x="0" y="57356"/>
                  </a:lnTo>
                  <a:cubicBezTo>
                    <a:pt x="0" y="42144"/>
                    <a:pt x="6043" y="27555"/>
                    <a:pt x="16799" y="16799"/>
                  </a:cubicBezTo>
                  <a:cubicBezTo>
                    <a:pt x="27555" y="6043"/>
                    <a:pt x="42144" y="0"/>
                    <a:pt x="57356" y="0"/>
                  </a:cubicBezTo>
                  <a:close/>
                </a:path>
              </a:pathLst>
            </a:custGeom>
            <a:solidFill>
              <a:srgbClr val="B9E9EB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622314" cy="1126781"/>
            </a:xfrm>
            <a:prstGeom prst="rect">
              <a:avLst/>
            </a:prstGeom>
          </p:spPr>
          <p:txBody>
            <a:bodyPr lIns="45443" tIns="45443" rIns="45443" bIns="45443" rtlCol="0" anchor="ctr"/>
            <a:lstStyle/>
            <a:p>
              <a:pPr algn="ctr">
                <a:lnSpc>
                  <a:spcPts val="3086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596900" y="8255618"/>
            <a:ext cx="7598806" cy="878250"/>
            <a:chOff x="0" y="0"/>
            <a:chExt cx="1234566" cy="1426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165691" y="8290190"/>
            <a:ext cx="7598806" cy="878250"/>
            <a:chOff x="0" y="0"/>
            <a:chExt cx="1234566" cy="1426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609301" y="2796413"/>
            <a:ext cx="7598806" cy="878250"/>
            <a:chOff x="0" y="0"/>
            <a:chExt cx="1234566" cy="1426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42092" y="2796413"/>
            <a:ext cx="7598806" cy="878250"/>
            <a:chOff x="0" y="0"/>
            <a:chExt cx="1234566" cy="14268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234566" cy="142688"/>
            </a:xfrm>
            <a:custGeom>
              <a:avLst/>
              <a:gdLst/>
              <a:ahLst/>
              <a:cxnLst/>
              <a:rect l="l" t="t" r="r" b="b"/>
              <a:pathLst>
                <a:path w="1234566" h="142688">
                  <a:moveTo>
                    <a:pt x="71344" y="0"/>
                  </a:moveTo>
                  <a:lnTo>
                    <a:pt x="1163222" y="0"/>
                  </a:lnTo>
                  <a:cubicBezTo>
                    <a:pt x="1202625" y="0"/>
                    <a:pt x="1234566" y="31942"/>
                    <a:pt x="1234566" y="71344"/>
                  </a:cubicBezTo>
                  <a:lnTo>
                    <a:pt x="1234566" y="71344"/>
                  </a:lnTo>
                  <a:cubicBezTo>
                    <a:pt x="1234566" y="110746"/>
                    <a:pt x="1202625" y="142688"/>
                    <a:pt x="1163222" y="142688"/>
                  </a:cubicBezTo>
                  <a:lnTo>
                    <a:pt x="71344" y="142688"/>
                  </a:lnTo>
                  <a:cubicBezTo>
                    <a:pt x="31942" y="142688"/>
                    <a:pt x="0" y="110746"/>
                    <a:pt x="0" y="71344"/>
                  </a:cubicBezTo>
                  <a:lnTo>
                    <a:pt x="0" y="71344"/>
                  </a:lnTo>
                  <a:cubicBezTo>
                    <a:pt x="0" y="31942"/>
                    <a:pt x="31942" y="0"/>
                    <a:pt x="71344" y="0"/>
                  </a:cubicBezTo>
                  <a:close/>
                </a:path>
              </a:pathLst>
            </a:custGeom>
            <a:solidFill>
              <a:srgbClr val="02A3A6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57150"/>
              <a:ext cx="1234566" cy="1998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805"/>
                </a:lnSpc>
              </a:pPr>
              <a:endParaRPr/>
            </a:p>
          </p:txBody>
        </p:sp>
      </p:grpSp>
      <p:sp>
        <p:nvSpPr>
          <p:cNvPr id="30" name="Freeform 30"/>
          <p:cNvSpPr/>
          <p:nvPr/>
        </p:nvSpPr>
        <p:spPr>
          <a:xfrm>
            <a:off x="12416369" y="3285761"/>
            <a:ext cx="5101567" cy="4925775"/>
          </a:xfrm>
          <a:custGeom>
            <a:avLst/>
            <a:gdLst/>
            <a:ahLst/>
            <a:cxnLst/>
            <a:rect l="l" t="t" r="r" b="b"/>
            <a:pathLst>
              <a:path w="5101567" h="4925775">
                <a:moveTo>
                  <a:pt x="0" y="0"/>
                </a:moveTo>
                <a:lnTo>
                  <a:pt x="5101568" y="0"/>
                </a:lnTo>
                <a:lnTo>
                  <a:pt x="5101568" y="4925775"/>
                </a:lnTo>
                <a:lnTo>
                  <a:pt x="0" y="4925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3017077" y="9549440"/>
            <a:ext cx="3621813" cy="3402912"/>
          </a:xfrm>
          <a:custGeom>
            <a:avLst/>
            <a:gdLst/>
            <a:ahLst/>
            <a:cxnLst/>
            <a:rect l="l" t="t" r="r" b="b"/>
            <a:pathLst>
              <a:path w="3621813" h="3402912">
                <a:moveTo>
                  <a:pt x="0" y="0"/>
                </a:moveTo>
                <a:lnTo>
                  <a:pt x="3621813" y="0"/>
                </a:lnTo>
                <a:lnTo>
                  <a:pt x="3621813" y="3402912"/>
                </a:lnTo>
                <a:lnTo>
                  <a:pt x="0" y="34029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2124000" y="1118917"/>
            <a:ext cx="17136000" cy="953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67577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CARD 10 - CAFFEINE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609850" y="4500657"/>
            <a:ext cx="7516699" cy="19040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387"/>
              </a:lnSpc>
              <a:spcBef>
                <a:spcPct val="0"/>
              </a:spcBef>
            </a:pPr>
            <a:r>
              <a:rPr lang="en-US" sz="10991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C₈H₁₀N₄O₂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762250" y="10547593"/>
            <a:ext cx="7137268" cy="12761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413"/>
              </a:lnSpc>
              <a:spcBef>
                <a:spcPct val="0"/>
              </a:spcBef>
            </a:pPr>
            <a:r>
              <a:rPr lang="en-US" sz="7438" b="1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C₅H(CH₃)₃N₄O₂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998823" y="6382769"/>
            <a:ext cx="7002353" cy="519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2A3A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1,3,7-Trimethylpurine-2,6-dionee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175108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MOLECULAR FORMULA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813769" y="2907936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LEWIS STRUCTURE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984853" y="8496922"/>
            <a:ext cx="684770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CONDENSED STRUCTURAL FORMULA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813769" y="8424337"/>
            <a:ext cx="6467191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6CE5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BOND LINE FORMULA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300720" y="13608000"/>
            <a:ext cx="16782560" cy="1087723"/>
            <a:chOff x="0" y="0"/>
            <a:chExt cx="22376747" cy="1450297"/>
          </a:xfrm>
        </p:grpSpPr>
        <p:grpSp>
          <p:nvGrpSpPr>
            <p:cNvPr id="41" name="Group 41"/>
            <p:cNvGrpSpPr/>
            <p:nvPr/>
          </p:nvGrpSpPr>
          <p:grpSpPr>
            <a:xfrm>
              <a:off x="0" y="0"/>
              <a:ext cx="22376747" cy="1450297"/>
              <a:chOff x="0" y="0"/>
              <a:chExt cx="3007245" cy="19490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3007245" cy="194908"/>
              </a:xfrm>
              <a:custGeom>
                <a:avLst/>
                <a:gdLst/>
                <a:ahLst/>
                <a:cxnLst/>
                <a:rect l="l" t="t" r="r" b="b"/>
                <a:pathLst>
                  <a:path w="3007245" h="194908">
                    <a:moveTo>
                      <a:pt x="46131" y="0"/>
                    </a:moveTo>
                    <a:lnTo>
                      <a:pt x="2961115" y="0"/>
                    </a:lnTo>
                    <a:cubicBezTo>
                      <a:pt x="2986592" y="0"/>
                      <a:pt x="3007245" y="20653"/>
                      <a:pt x="3007245" y="46131"/>
                    </a:cubicBezTo>
                    <a:lnTo>
                      <a:pt x="3007245" y="148777"/>
                    </a:lnTo>
                    <a:cubicBezTo>
                      <a:pt x="3007245" y="174254"/>
                      <a:pt x="2986592" y="194908"/>
                      <a:pt x="2961115" y="194908"/>
                    </a:cubicBezTo>
                    <a:lnTo>
                      <a:pt x="46131" y="194908"/>
                    </a:lnTo>
                    <a:cubicBezTo>
                      <a:pt x="20653" y="194908"/>
                      <a:pt x="0" y="174254"/>
                      <a:pt x="0" y="148777"/>
                    </a:cubicBezTo>
                    <a:lnTo>
                      <a:pt x="0" y="46131"/>
                    </a:lnTo>
                    <a:cubicBezTo>
                      <a:pt x="0" y="20653"/>
                      <a:pt x="20653" y="0"/>
                      <a:pt x="46131" y="0"/>
                    </a:cubicBezTo>
                    <a:close/>
                  </a:path>
                </a:pathLst>
              </a:custGeom>
              <a:solidFill>
                <a:srgbClr val="6CE5E8"/>
              </a:solidFill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0" y="-47625"/>
                <a:ext cx="3007245" cy="2425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086"/>
                  </a:lnSpc>
                </a:pPr>
                <a:endParaRPr/>
              </a:p>
            </p:txBody>
          </p:sp>
        </p:grpSp>
        <p:sp>
          <p:nvSpPr>
            <p:cNvPr id="44" name="Freeform 44"/>
            <p:cNvSpPr/>
            <p:nvPr/>
          </p:nvSpPr>
          <p:spPr>
            <a:xfrm>
              <a:off x="821429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1444811" y="545951"/>
              <a:ext cx="3744501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ATOM COUNT VERIFIED 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5947970" y="516407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6569760" y="522688"/>
              <a:ext cx="3033916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VALENCE CHECKED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669457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11291247" y="545951"/>
              <a:ext cx="3659908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BOND ORDER CHECKED </a:t>
              </a:r>
            </a:p>
          </p:txBody>
        </p:sp>
        <p:sp>
          <p:nvSpPr>
            <p:cNvPr id="50" name="Freeform 50"/>
            <p:cNvSpPr/>
            <p:nvPr/>
          </p:nvSpPr>
          <p:spPr>
            <a:xfrm>
              <a:off x="15713155" y="522203"/>
              <a:ext cx="405890" cy="405890"/>
            </a:xfrm>
            <a:custGeom>
              <a:avLst/>
              <a:gdLst/>
              <a:ahLst/>
              <a:cxnLst/>
              <a:rect l="l" t="t" r="r" b="b"/>
              <a:pathLst>
                <a:path w="405890" h="405890">
                  <a:moveTo>
                    <a:pt x="0" y="0"/>
                  </a:moveTo>
                  <a:lnTo>
                    <a:pt x="405890" y="0"/>
                  </a:lnTo>
                  <a:lnTo>
                    <a:pt x="405890" y="405890"/>
                  </a:lnTo>
                  <a:lnTo>
                    <a:pt x="0" y="405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16334945" y="522688"/>
              <a:ext cx="5423707" cy="3763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23"/>
                </a:lnSpc>
              </a:pPr>
              <a:r>
                <a:rPr lang="en-US" sz="1731">
                  <a:solidFill>
                    <a:srgbClr val="067577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SAME CONNECTIVITY CONFIRMED</a:t>
              </a:r>
            </a:p>
          </p:txBody>
        </p:sp>
      </p:grpSp>
      <p:sp>
        <p:nvSpPr>
          <p:cNvPr id="52" name="Freeform 52"/>
          <p:cNvSpPr/>
          <p:nvPr/>
        </p:nvSpPr>
        <p:spPr>
          <a:xfrm>
            <a:off x="291285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>
            <a:off x="6785545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10314333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14112761" y="13947131"/>
            <a:ext cx="377667" cy="317240"/>
          </a:xfrm>
          <a:custGeom>
            <a:avLst/>
            <a:gdLst/>
            <a:ahLst/>
            <a:cxnLst/>
            <a:rect l="l" t="t" r="r" b="b"/>
            <a:pathLst>
              <a:path w="377667" h="317240">
                <a:moveTo>
                  <a:pt x="0" y="0"/>
                </a:moveTo>
                <a:lnTo>
                  <a:pt x="377667" y="0"/>
                </a:lnTo>
                <a:lnTo>
                  <a:pt x="377667" y="317241"/>
                </a:lnTo>
                <a:lnTo>
                  <a:pt x="0" y="3172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383</Words>
  <Application>Microsoft Office PowerPoint</Application>
  <PresentationFormat>Custom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League Spartan</vt:lpstr>
      <vt:lpstr>Glacial Indifference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002_molecule_representation_portfolio_llaguno</dc:title>
  <cp:lastModifiedBy>Noreen Llaguno</cp:lastModifiedBy>
  <cp:revision>3</cp:revision>
  <dcterms:created xsi:type="dcterms:W3CDTF">2006-08-16T00:00:00Z</dcterms:created>
  <dcterms:modified xsi:type="dcterms:W3CDTF">2026-10-17T13:55:50Z</dcterms:modified>
  <dc:identifier>DAHXlVXBzbA</dc:identifier>
</cp:coreProperties>
</file>